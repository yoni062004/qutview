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22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08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food-import corridor risk intelligence for the UAE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risk that price monitors can't see.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2834640" cy="0"/>
          </a:xfrm>
          <a:prstGeom prst="line">
            <a:avLst/>
          </a:prstGeom>
          <a:noFill/>
          <a:ln w="25400">
            <a:solidFill>
              <a:srgbClr val="D9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Yonatan Getinet Alemayehu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Hub71 Access Programme, Cohort 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UAE measures food security by price. Price isn't the risk.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 imports 85–90% of its food, and its national strategy aims to rank </a:t>
            </a:r>
            <a:r>
              <a:rPr lang="en-US" sz="15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the world for food security by 2051</a:t>
            </a: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Yet resilience is tracked almost entirely by price and reserves — not by </a:t>
            </a:r>
            <a:r>
              <a:rPr lang="en-US" sz="15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risk</a:t>
            </a: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how dangerously concentrated each import corridor is, and which supplier a commodity can't survive losing.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3568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999232"/>
            <a:ext cx="384048" cy="54864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127248"/>
            <a:ext cx="307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— the #1 food import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767328"/>
            <a:ext cx="307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~$1B/yr, and no corridor-risk visibility at all. It happens to be safe — but nobody could prove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2920" y="2788920"/>
            <a:ext cx="353568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1520" y="2999232"/>
            <a:ext cx="384048" cy="54864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1520" y="3127248"/>
            <a:ext cx="307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“Local” food isn't self-sufficient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41520" y="3767328"/>
            <a:ext cx="307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2006 fodder-cultivation ban, 90%+ of animal feed is imported. Local poultry, dairy &amp; meat run on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7200" y="2788920"/>
            <a:ext cx="353568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5800" y="2999232"/>
            <a:ext cx="384048" cy="54864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05800" y="3127248"/>
            <a:ext cx="307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traps sit unflagged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05800" y="3767328"/>
            <a:ext cx="307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Lentils are 82% dependent on one origin (Canada) — on top of being 100% imported.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institutions responsible for sovereign food security — Silal chief among them — manage price and quantity in separate silos, with </a:t>
            </a:r>
            <a:r>
              <a:rPr lang="en-US" sz="14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upstream view of which corridors are fragile, why one moved, or who else could supply it if one failed.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 scores the structure of every food corridor — and warns early.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public, authoritative trade data — UN Comtrade, World Bank, FAOSTAT — into a live per-corridor risk system across </a:t>
            </a:r>
            <a:r>
              <a:rPr lang="en-US" sz="15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strategic commodities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each corridor, automatically: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4608" y="2514600"/>
            <a:ext cx="603504" cy="603504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460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3584448"/>
            <a:ext cx="188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+ volatility risk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44368" y="2514600"/>
            <a:ext cx="603504" cy="603504"/>
          </a:xfrm>
          <a:prstGeom prst="ellipse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4436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46960" y="3246120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01240" y="3584448"/>
            <a:ext cx="188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price, honest error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34128" y="2514600"/>
            <a:ext cx="603504" cy="603504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412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36720" y="3246120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91000" y="3584448"/>
            <a:ext cx="188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threshold trips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3888" y="2514600"/>
            <a:ext cx="603504" cy="603504"/>
          </a:xfrm>
          <a:prstGeom prst="ellipse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388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3246120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3584448"/>
            <a:ext cx="188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moved, arithmetically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13648" y="2514600"/>
            <a:ext cx="603504" cy="603504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1364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16240" y="3246120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70520" y="3584448"/>
            <a:ext cx="188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reviewable action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03408" y="2514600"/>
            <a:ext cx="603504" cy="603504"/>
          </a:xfrm>
          <a:prstGeom prst="ellipse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0340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906000" y="3246120"/>
            <a:ext cx="179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alternatives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60280" y="3584448"/>
            <a:ext cx="188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diversification origins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5324C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AI-written intelligence brief per corridor — </a:t>
            </a:r>
            <a:r>
              <a:rPr lang="en-US" sz="1400" b="1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machine-verified against the database before it displays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a logged human Approve / Revise sign-off. It recommends; a person decides.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three surfaces — with a human in the loop.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848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cards, origin breakdowns, forecasts, the feed-dependency lens, and active alerts.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1638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at executive altitude, with plain-language guidance on every page.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brief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24281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analyst-quality written brief per corridor; no number reaches the page unverified.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457200" cy="457200"/>
          </a:xfrm>
          <a:prstGeom prst="ellipse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74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sign-off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321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Request-revision, recorded and tied to the data version — decision support, made real.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pic>
        <p:nvPicPr>
          <p:cNvPr id="21" name="Image 0" descr="C:/Users/yonat/AppData/Local/Temp/claude/C--Users-yonat-OneDrive-Desktop-UAE/13f53371-ac07-4f10-a62c-7590c56fff6c/scratchpad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5349240" cy="2432304"/>
          </a:xfrm>
          <a:prstGeom prst="rect">
            <a:avLst/>
          </a:prstGeom>
          <a:effectLst>
            <a:outerShdw blurRad="76200" dist="38100" dir="5400000" algn="bl" rotWithShape="0">
              <a:srgbClr val="9AA7B2">
                <a:alpha val="35000"/>
              </a:srgbClr>
            </a:outerShdw>
          </a:effectLst>
        </p:spPr>
      </p:pic>
      <p:sp>
        <p:nvSpPr>
          <p:cNvPr id="22" name="Text 19"/>
          <p:cNvSpPr/>
          <p:nvPr/>
        </p:nvSpPr>
        <p:spPr>
          <a:xfrm>
            <a:off x="6400800" y="504748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snapshot August 2026 — every provisional figure labelled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ALREADY REVEALS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nobody else surfaces — every figure from real data.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5680" cy="397764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10896" cy="310896"/>
          </a:xfrm>
          <a:prstGeom prst="ellipse">
            <a:avLst/>
          </a:prstGeom>
          <a:solidFill>
            <a:srgbClr val="D99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≠ fragile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8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is the largest food import (~$1B/yr) yet low-risk — well diversified (New Zealand ~40% across ~60 origins). QUTVIEW tells big from fragile, so its red flags are trusted.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2920" y="1783080"/>
            <a:ext cx="3535680" cy="397764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87240" y="2057400"/>
            <a:ext cx="310896" cy="310896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7240" y="2487168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feed-dependency lens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87240" y="3246120"/>
            <a:ext cx="298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UAE's “local” poultry, dairy and meat secretly run on three imported feed corridors (maize, soybean meal, barley). No other dashboard shows this cross-silo exposure.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1783080"/>
            <a:ext cx="3535680" cy="397764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51520" y="2057400"/>
            <a:ext cx="310896" cy="310896"/>
          </a:xfrm>
          <a:prstGeom prst="ellipse">
            <a:avLst/>
          </a:prstGeom>
          <a:solidFill>
            <a:srgbClr val="B2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51520" y="2487168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caught its own false story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51520" y="3246120"/>
            <a:ext cx="298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apparent “Brazil surge” in poultry was reporting lag — Brazil's value was flat; unreported suppliers shrank the base. The tool corrected a narrative we believed.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SaaS for sovereign buyers.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299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 licenses to sovereign food-security institutions — high-value, low-volume, recurring.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55080" y="20299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3957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Silal, Abu Dhabi's food-security operator, as first target; pipeline to ADAFSA and the Ministry of Food Security.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9044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GCC state shares the same 80–90% import dependency — the same engine serves six sovereign markets, plus adjacent MENA beyond.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3337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3538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9044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proven, license the corridor-risk data / API to commercial food importers and traders.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pre-revenue. Product built and live. Immediate goal — convert the Silal thesis into a paid anchor pilot.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sovereign markets, one structural exposure.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GCC state imports </a:t>
            </a:r>
            <a:r>
              <a:rPr lang="en-US" sz="15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of its food</a:t>
            </a: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holds a national food-security mandate with a dedicated budget. QUTVIEW sells into a defined set of sovereign buyers — not a mass market — each a high-value recurring institutional contract, expandable to commercial importers as a second tier.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GCC markets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31089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80–90%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import dependency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31089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7532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strategy: rank #1 for food security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Tailwind: food security became a permanent national-security priority across the Gulf after the 2020–2022 supply shocks.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players — but nobody owns corridor risk.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BI tools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 — visualise data, no risk model.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Commodity-price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Mintec, S&amp;P, Gro — sell price, not corridor 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447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one-off reports, not a live tool.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29718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3447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most governments track it today.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5324C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wedge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corridor structure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concentration, dependency, single-source — not price.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feed-dependency cross-silo lens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“local” food's hidden import reliance.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reconstruction, coverage gate, grounding check, reporting-lag guard — credibility enforced in code.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Silal is a complement, not a competitor — it monitors prices; QUTVIEW is the corridor-risk layer above 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product, built solo.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761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commodities, 7 essential categories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2761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surfaces: dashboard, Power BI, AI brief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2761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authoritative data 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by the founder</a:t>
            </a: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entire data pipeline, risk model, forecasting, BI report and grounded AI layer. The system already senses, forecasts, alerts, explains, recommends, drafts, and captures a logged human decision.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raised:  </a:t>
            </a: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— no external capital raised to date. Seeking the Hub71 pre-seed SAFE.   </a:t>
            </a:r>
            <a:r>
              <a:rPr lang="en-US" sz="1350" i="1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pre-revenue, pre-pilot.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Founder-market fit.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0" cy="1463040"/>
          </a:xfrm>
          <a:prstGeom prst="ellipse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Yonatan Getinet Alemayehu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487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Management Information Systems, Minnesota State University, Mankato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QUTVIEW platform single-handedly. Track record of shipping real data systems: a live </a:t>
            </a:r>
            <a:r>
              <a:rPr lang="en-US" sz="1300" b="1" dirty="0">
                <a:solidFill>
                  <a:srgbClr val="153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reporting solution for Ethiopian coffee-trade data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 salary-and-performance system in a competitive project judged by Federated Insurance's CFO; and enterprise systems (ERP, management platforms) in development.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foundation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9194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technical build and the institutional, government-facing business the product serves.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4343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AA7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Ethiopian heritage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49194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connected to the Horn of Africa region (Ethiopia, Kenya)  a real supply origin in QUTVIEW's data  and hands-on with Ethiopian commodity trade data.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82712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· Cohort 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32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3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QUTVIEW IN ABU DHABI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 to relocate — and to build here.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E5C"/>
          </a:solidFill>
          <a:ln w="12700">
            <a:solidFill>
              <a:srgbClr val="2C5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founder committed to relocating long-term and building the team out of Abu Dhabi.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E5C"/>
          </a:solidFill>
          <a:ln w="12700">
            <a:solidFill>
              <a:srgbClr val="2C5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anchor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Hub71's ecosystem to reach Silal &amp; ADAFSA for a first paid pilot.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E5C"/>
          </a:solidFill>
          <a:ln w="12700">
            <a:solidFill>
              <a:srgbClr val="2C5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9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753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team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small technical + commercial founding team in country.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Hub71 Access — the incentive package and, above all, the ecosystem access to reach the sovereign buyers QUTVIEW is built for. Purpose-built for the National Food Security Strategy 2051.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Yonatan Getinet Alemayehu   ·   yonatangetinet@gmail.com</a:t>
            </a:r>
            <a:endParaRPr lang="en-US" sz="1300" dirty="0"/>
          </a:p>
          <a:p>
            <a:pPr/>
            <a:r>
              <a:rPr sz="1300">
                <a:solidFill>
                  <a:srgbClr val="CFE0F0"/>
                </a:solidFill>
                <a:latin typeface="Calibri"/>
              </a:rPr>
              <a:t>Try the live tool: qutview.streamlit.app   ·   Overview: yoni062004.github.io/qutview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1318</Words>
  <Application>Microsoft Office PowerPoint</Application>
  <PresentationFormat>Widescreen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QUTVIEW — Hub71 Access</dc:title>
  <dc:subject>PptxGenJS Presentation</dc:subject>
  <dc:creator>Yonatan Getinet Alemayehu</dc:creator>
  <cp:lastModifiedBy>Yoni G</cp:lastModifiedBy>
  <cp:revision>2</cp:revision>
  <dcterms:created xsi:type="dcterms:W3CDTF">2026-07-31T16:50:45Z</dcterms:created>
  <dcterms:modified xsi:type="dcterms:W3CDTF">2026-07-31T16:55:47Z</dcterms:modified>
</cp:coreProperties>
</file>